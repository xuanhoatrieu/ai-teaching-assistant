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omments/modernComment_106_81D2C51C.xml" ContentType="application/vnd.ms-powerpoint.comments+xml"/>
  <Override PartName="/ppt/comments/modernComment_110_249DA1A7.xml" ContentType="application/vnd.ms-powerpoint.comment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2" r:id="rId4"/>
    <p:sldId id="27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CEE0EC-934B-48B9-24B3-8232CDED63B9}" name="Van Linh thi thanh" initials="VLtt" userId="1e8d32c6b42129b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26"/>
    <a:srgbClr val="008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6_81D2C5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5D6AA3-B830-445E-BA08-04D91DC15361}" authorId="{E2CEE0EC-934B-48B9-24B3-8232CDED63B9}" created="2023-06-23T09:07:08.359">
    <pc:sldMkLst xmlns:pc="http://schemas.microsoft.com/office/powerpoint/2013/main/command">
      <pc:docMk/>
      <pc:sldMk cId="2178073884" sldId="262"/>
    </pc:sldMkLst>
    <p188:replyLst>
      <p188:reply id="{E36D3A45-045B-4580-8617-453FA0E11E2D}" authorId="{E2CEE0EC-934B-48B9-24B3-8232CDED63B9}" created="2023-06-23T09:09:20.404">
        <p188:txBody>
          <a:bodyPr/>
          <a:lstStyle/>
          <a:p>
            <a:r>
              <a:rPr lang="en-US"/>
              <a:t>Theo nội dung tên chương của giáo trình</a:t>
            </a:r>
          </a:p>
        </p188:txBody>
      </p188:reply>
    </p188:replyLst>
    <p188:txBody>
      <a:bodyPr/>
      <a:lstStyle/>
      <a:p>
        <a:r>
          <a:rPr lang="en-US"/>
          <a:t>Để chương thống nhất chung</a:t>
        </a:r>
      </a:p>
    </p188:txBody>
  </p188:cm>
</p188:cmLst>
</file>

<file path=ppt/comments/modernComment_110_249DA1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73E11F8-F4E6-4487-8603-5B8E768D4281}" authorId="{E2CEE0EC-934B-48B9-24B3-8232CDED63B9}" created="2023-06-23T09:09:36.938">
    <pc:sldMkLst xmlns:pc="http://schemas.microsoft.com/office/powerpoint/2013/main/command">
      <pc:docMk/>
      <pc:sldMk cId="614310311" sldId="272"/>
    </pc:sldMkLst>
    <p188:txBody>
      <a:bodyPr/>
      <a:lstStyle/>
      <a:p>
        <a:r>
          <a:rPr lang="en-US"/>
          <a:t>Là tên của bài học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A67A7-6E38-46D8-A6E2-123BEB920E1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3ADA2-BAD6-4538-84F6-ED99636D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43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1DF81-763A-40FA-868B-DD87D535CA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C74C-A5FA-4F1E-917E-7AD4759F02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47775" y="1447799"/>
            <a:ext cx="9420225" cy="2062163"/>
          </a:xfrm>
        </p:spPr>
        <p:txBody>
          <a:bodyPr anchor="ctr"/>
          <a:lstStyle>
            <a:lvl1pPr algn="ctr">
              <a:lnSpc>
                <a:spcPct val="100000"/>
              </a:lnSpc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22EA3-4197-43CA-A987-797D5DBA5C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A630C-103D-4045-8B4B-BF35814E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177E-03C2-42B8-9977-498C83A936E6}" type="datetimeFigureOut">
              <a:rPr lang="vi-VN" smtClean="0"/>
              <a:t>12/07/2025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522A6-7A42-4131-9D73-1338BE68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F661C-B0FD-4B62-BBE3-D8086BB2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5655-17FD-4CE8-9133-0129BA275D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3124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E0E1-B413-4EDE-885A-665722FD41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5" y="-168275"/>
            <a:ext cx="10515600" cy="13255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E14D9-3B11-4C6E-BA9B-B6E41479F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>
                <a:solidFill>
                  <a:srgbClr val="005826"/>
                </a:solidFill>
              </a:defRPr>
            </a:lvl1pPr>
            <a:lvl2pPr algn="just">
              <a:defRPr>
                <a:solidFill>
                  <a:srgbClr val="005826"/>
                </a:solidFill>
              </a:defRPr>
            </a:lvl2pPr>
            <a:lvl3pPr algn="just">
              <a:defRPr>
                <a:solidFill>
                  <a:srgbClr val="005826"/>
                </a:solidFill>
              </a:defRPr>
            </a:lvl3pPr>
            <a:lvl4pPr algn="just">
              <a:defRPr>
                <a:solidFill>
                  <a:srgbClr val="005826"/>
                </a:solidFill>
              </a:defRPr>
            </a:lvl4pPr>
            <a:lvl5pPr algn="just">
              <a:defRPr>
                <a:solidFill>
                  <a:srgbClr val="00582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8C10D-361D-496C-8C5D-A8D03D398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177E-03C2-42B8-9977-498C83A936E6}" type="datetimeFigureOut">
              <a:rPr lang="vi-VN" smtClean="0"/>
              <a:t>12/07/2025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96444-354D-4662-9A1C-401373E9A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046AD-F208-4AD0-A855-DA6F780B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5655-17FD-4CE8-9133-0129BA275DC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3393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D1EE5-C27E-47F5-B574-556B5911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227C7-AADD-49C7-AC4F-6553A50C7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C54C5-9951-41FC-8169-1F31CD332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A177E-03C2-42B8-9977-498C83A936E6}" type="datetimeFigureOut">
              <a:rPr lang="vi-VN" smtClean="0"/>
              <a:t>12/07/2025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6DF8-790F-4C15-9177-4E49653D7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D41C2-795E-46C4-8020-708DE4601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1A05655-17FD-4CE8-9133-0129BA275DC5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65531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81D2C51C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0_249DA1A7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DE35-8947-4734-B2A6-BEF5845CD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HỌC PHẦN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DABC7-C28D-4F40-9C2A-D49E06CFA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TÊN HỌC PHẦN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8514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NỘI DUNG HỌC PHẦN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1702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DE35-8947-4734-B2A6-BEF5845CD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CHƯƠNG 1</a:t>
            </a:r>
            <a:endParaRPr lang="vi-V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DABC7-C28D-4F40-9C2A-D49E06CFA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TỔNG QUAN 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1780738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DE35-8947-4734-B2A6-BEF5845CD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BÀI HỌC 1</a:t>
            </a:r>
            <a:endParaRPr lang="vi-V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DABC7-C28D-4F40-9C2A-D49E06CFA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KHÁI NIỆM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6143103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HƯỚNG DẪN HỌC </a:t>
            </a:r>
            <a:endParaRPr lang="vi-VN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98C36-E003-C828-FA5A-1BA9D1990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79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MỤC TIÊU BÀI HỌC</a:t>
            </a:r>
            <a:endParaRPr lang="vi-V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77662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TÌNH HUỐNG DẪN NHẬP</a:t>
            </a:r>
            <a:endParaRPr lang="vi-V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7060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NỘI DUNG BÀI HỌC 1</a:t>
            </a:r>
            <a:endParaRPr lang="vi-V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1.1</a:t>
            </a:r>
          </a:p>
          <a:p>
            <a:r>
              <a:rPr lang="en-US" dirty="0"/>
              <a:t>1.2</a:t>
            </a:r>
          </a:p>
          <a:p>
            <a:r>
              <a:rPr lang="en-US" dirty="0"/>
              <a:t>1.3</a:t>
            </a:r>
          </a:p>
          <a:p>
            <a:r>
              <a:rPr lang="en-US" dirty="0"/>
              <a:t>1.4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88224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1.1 </a:t>
            </a:r>
            <a:r>
              <a:rPr lang="en-US" sz="2800" dirty="0" err="1"/>
              <a:t>Khái</a:t>
            </a:r>
            <a:r>
              <a:rPr lang="en-US" sz="2800" dirty="0"/>
              <a:t> </a:t>
            </a:r>
            <a:r>
              <a:rPr lang="en-US" sz="2800" dirty="0" err="1"/>
              <a:t>niệm</a:t>
            </a:r>
            <a:endParaRPr lang="vi-V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1.1.1</a:t>
            </a:r>
          </a:p>
          <a:p>
            <a:r>
              <a:rPr lang="en-US" dirty="0"/>
              <a:t>1.1.2</a:t>
            </a:r>
          </a:p>
          <a:p>
            <a:r>
              <a:rPr lang="en-US" dirty="0"/>
              <a:t>1.1.3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275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SLIDE TIÊU ĐỀ</a:t>
            </a:r>
            <a:endParaRPr lang="vi-V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SLIDE LIỆT KÊ CÁC TIỂU MỤC</a:t>
            </a:r>
          </a:p>
          <a:p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3129030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TÊN MỤC</a:t>
            </a:r>
            <a:endParaRPr lang="vi-V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CÁC SLIDE DIỄN GIẢI NỘI DUNG</a:t>
            </a:r>
          </a:p>
          <a:p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79141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GIẢI QUYẾT TÌNH HUỐNG DẪN NHẬP</a:t>
            </a:r>
            <a:endParaRPr lang="vi-V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23" y="1811383"/>
            <a:ext cx="10517777" cy="4365580"/>
          </a:xfrm>
        </p:spPr>
        <p:txBody>
          <a:bodyPr>
            <a:normAutofit/>
          </a:bodyPr>
          <a:lstStyle/>
          <a:p>
            <a:r>
              <a:rPr lang="en-US" sz="2000" dirty="0"/>
              <a:t>SLIDE NÀY ĐI GIẢI ĐÁP TÌNH HUỐNG ĐÃ NÊU Ở ĐẦU BÀI HỌC</a:t>
            </a:r>
          </a:p>
          <a:p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3938830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TÓM TẮT CUỐI BÀI</a:t>
            </a:r>
            <a:endParaRPr lang="vi-V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23" y="1811383"/>
            <a:ext cx="10517777" cy="4365580"/>
          </a:xfrm>
        </p:spPr>
        <p:txBody>
          <a:bodyPr>
            <a:normAutofit/>
          </a:bodyPr>
          <a:lstStyle/>
          <a:p>
            <a:r>
              <a:rPr lang="en-US" sz="1600" dirty="0"/>
              <a:t>SLIDE NÀY TÓM LƯỢC LẠI CÁC NỘI DUNG CHÍNH CỦA BÀI HỌC</a:t>
            </a:r>
          </a:p>
          <a:p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4154764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CÂU HỎI ÔN TẬP</a:t>
            </a:r>
            <a:endParaRPr lang="vi-V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C923-ABBB-4546-9007-8B9E331D4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23" y="1811383"/>
            <a:ext cx="10517777" cy="4365580"/>
          </a:xfrm>
        </p:spPr>
        <p:txBody>
          <a:bodyPr>
            <a:normAutofit/>
          </a:bodyPr>
          <a:lstStyle/>
          <a:p>
            <a:r>
              <a:rPr lang="en-US" sz="2000" dirty="0"/>
              <a:t>SLIDE NÀY GV ĐƯA RA 1 SỐ CÂU HỎI TỰ LUẬN ĐỂ SV TỰ NGHIÊN CỨU</a:t>
            </a:r>
          </a:p>
          <a:p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301501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C94-01F7-4DB8-AFDF-A2CC67C7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KẾT THÚC BÀI HỌC</a:t>
            </a:r>
            <a:endParaRPr lang="vi-VN" sz="28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6DDA6-B0B9-1FEA-D3E9-76E9041E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0ABEC4-988B-1A85-CCCD-7C27C69C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05655-17FD-4CE8-9133-0129BA275DC5}" type="slidenum">
              <a:rPr lang="vi-VN" smtClean="0"/>
              <a:t>15</a:t>
            </a:fld>
            <a:endParaRPr lang="vi-VN"/>
          </a:p>
        </p:txBody>
      </p:sp>
      <p:pic>
        <p:nvPicPr>
          <p:cNvPr id="3" name="Ket bai (mp3cut.net)">
            <a:hlinkClick r:id="" action="ppaction://media"/>
            <a:extLst>
              <a:ext uri="{FF2B5EF4-FFF2-40B4-BE49-F238E27FC236}">
                <a16:creationId xmlns:a16="http://schemas.microsoft.com/office/drawing/2014/main" id="{A1E36DE6-EB80-F5F8-5E09-1C4C0971A9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649200" y="6018885"/>
            <a:ext cx="609600" cy="609600"/>
          </a:xfrm>
          <a:prstGeom prst="rect">
            <a:avLst/>
          </a:prstGeom>
        </p:spPr>
      </p:pic>
      <p:pic>
        <p:nvPicPr>
          <p:cNvPr id="4" name="Picture 2" descr="Thank You Notes from Laury and Our Team - Salt Lake Tennis and Health">
            <a:extLst>
              <a:ext uri="{FF2B5EF4-FFF2-40B4-BE49-F238E27FC236}">
                <a16:creationId xmlns:a16="http://schemas.microsoft.com/office/drawing/2014/main" id="{D5A2E224-F445-358A-74AF-098D8858B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3350"/>
            <a:ext cx="12192000" cy="404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41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30"/>
    </mc:Choice>
    <mc:Fallback xmlns="">
      <p:transition spd="slow" advTm="58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122</Words>
  <Application>Microsoft Office PowerPoint</Application>
  <PresentationFormat>Widescreen</PresentationFormat>
  <Paragraphs>32</Paragraphs>
  <Slides>15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Arial</vt:lpstr>
      <vt:lpstr>Office Theme</vt:lpstr>
      <vt:lpstr>HỌC PHẦN</vt:lpstr>
      <vt:lpstr>NỘI DUNG HỌC PHẦN</vt:lpstr>
      <vt:lpstr>CHƯƠNG 1</vt:lpstr>
      <vt:lpstr>BÀI HỌC 1</vt:lpstr>
      <vt:lpstr>HƯỚNG DẪN HỌC </vt:lpstr>
      <vt:lpstr>MỤC TIÊU BÀI HỌC</vt:lpstr>
      <vt:lpstr>TÌNH HUỐNG DẪN NHẬP</vt:lpstr>
      <vt:lpstr>NỘI DUNG BÀI HỌC 1</vt:lpstr>
      <vt:lpstr>1.1 Khái niệm</vt:lpstr>
      <vt:lpstr>SLIDE TIÊU ĐỀ</vt:lpstr>
      <vt:lpstr>TÊN MỤC</vt:lpstr>
      <vt:lpstr>GIẢI QUYẾT TÌNH HUỐNG DẪN NHẬP</vt:lpstr>
      <vt:lpstr>TÓM TẮT CUỐI BÀI</vt:lpstr>
      <vt:lpstr>CÂU HỎI ÔN TẬP</vt:lpstr>
      <vt:lpstr>KẾT THÚC BÀI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Thịnh Nguyễn</dc:creator>
  <cp:lastModifiedBy>Trieu Xuan Hoa</cp:lastModifiedBy>
  <cp:revision>9</cp:revision>
  <dcterms:created xsi:type="dcterms:W3CDTF">2023-04-18T10:07:08Z</dcterms:created>
  <dcterms:modified xsi:type="dcterms:W3CDTF">2025-07-12T22:50:28Z</dcterms:modified>
</cp:coreProperties>
</file>